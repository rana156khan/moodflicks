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umbh Sans"/>
          <p:cNvSpPr txBox="1"/>
          <p:nvPr/>
        </p:nvSpPr>
        <p:spPr>
          <a:xfrm>
            <a:off x="254000" y="127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Kumbh Sans | </a:t>
            </a:r>
            <a:r>
              <a:rPr sz="1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Bold </a:t>
            </a:r>
            <a:r>
              <a:rPr sz="13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299 </a:t>
            </a:r>
            <a:r>
              <a:rPr sz="13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3" name="Space Grotesk"/>
          <p:cNvSpPr txBox="1"/>
          <p:nvPr/>
        </p:nvSpPr>
        <p:spPr>
          <a:xfrm>
            <a:off x="254000" y="457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Space Grotesk | </a:t>
            </a:r>
            <a:r>
              <a:rPr sz="13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Bold ₹299 →</a:t>
            </a:r>
          </a:p>
        </p:txBody>
      </p:sp>
      <p:sp>
        <p:nvSpPr>
          <p:cNvPr id="4" name="Space Mono"/>
          <p:cNvSpPr txBox="1"/>
          <p:nvPr/>
        </p:nvSpPr>
        <p:spPr>
          <a:xfrm>
            <a:off x="254000" y="787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Space Mono | </a:t>
            </a:r>
            <a:r>
              <a:rPr sz="1300" b="1" i="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Bold ₹299 →</a:t>
            </a:r>
          </a:p>
        </p:txBody>
      </p:sp>
      <p:sp>
        <p:nvSpPr>
          <p:cNvPr id="5" name="Poppins"/>
          <p:cNvSpPr txBox="1"/>
          <p:nvPr/>
        </p:nvSpPr>
        <p:spPr>
          <a:xfrm>
            <a:off x="254000" y="1117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Poppins"/>
                <a:ea typeface="Poppins"/>
                <a:cs typeface="Poppins"/>
              </a:rPr>
              <a:t>Poppins | </a:t>
            </a:r>
            <a:r>
              <a:rPr sz="1300" b="1" i="0">
                <a:solidFill>
                  <a:srgbClr val="141414"/>
                </a:solidFill>
                <a:latin typeface="Poppins"/>
                <a:ea typeface="Poppins"/>
                <a:cs typeface="Poppins"/>
              </a:rPr>
              <a:t>Bold ₹299 →</a:t>
            </a:r>
          </a:p>
        </p:txBody>
      </p:sp>
      <p:sp>
        <p:nvSpPr>
          <p:cNvPr id="6" name="Montserrat"/>
          <p:cNvSpPr txBox="1"/>
          <p:nvPr/>
        </p:nvSpPr>
        <p:spPr>
          <a:xfrm>
            <a:off x="254000" y="1447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Montserrat"/>
                <a:ea typeface="Montserrat"/>
                <a:cs typeface="Montserrat"/>
              </a:rPr>
              <a:t>Montserrat | </a:t>
            </a:r>
            <a:r>
              <a:rPr sz="1300" b="1" i="0">
                <a:solidFill>
                  <a:srgbClr val="141414"/>
                </a:solidFill>
                <a:latin typeface="Montserrat"/>
                <a:ea typeface="Montserrat"/>
                <a:cs typeface="Montserrat"/>
              </a:rPr>
              <a:t>Bold ₹299 →</a:t>
            </a:r>
          </a:p>
        </p:txBody>
      </p:sp>
      <p:sp>
        <p:nvSpPr>
          <p:cNvPr id="7" name="DM Sans"/>
          <p:cNvSpPr txBox="1"/>
          <p:nvPr/>
        </p:nvSpPr>
        <p:spPr>
          <a:xfrm>
            <a:off x="254000" y="1778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DM Sans"/>
                <a:ea typeface="DM Sans"/>
                <a:cs typeface="DM Sans"/>
              </a:rPr>
              <a:t>DM Sans | </a:t>
            </a:r>
            <a:r>
              <a:rPr sz="1300" b="1" i="0">
                <a:solidFill>
                  <a:srgbClr val="141414"/>
                </a:solidFill>
                <a:latin typeface="DM Sans"/>
                <a:ea typeface="DM Sans"/>
                <a:cs typeface="DM Sans"/>
              </a:rPr>
              <a:t>Bold ₹299 →</a:t>
            </a:r>
          </a:p>
        </p:txBody>
      </p:sp>
      <p:sp>
        <p:nvSpPr>
          <p:cNvPr id="8" name="Outfit"/>
          <p:cNvSpPr txBox="1"/>
          <p:nvPr/>
        </p:nvSpPr>
        <p:spPr>
          <a:xfrm>
            <a:off x="254000" y="2108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Outfit"/>
                <a:ea typeface="Outfit"/>
                <a:cs typeface="Outfit"/>
              </a:rPr>
              <a:t>Outfit | </a:t>
            </a:r>
            <a:r>
              <a:rPr sz="1300" b="1" i="0">
                <a:solidFill>
                  <a:srgbClr val="141414"/>
                </a:solidFill>
                <a:latin typeface="Outfit"/>
                <a:ea typeface="Outfit"/>
                <a:cs typeface="Outfit"/>
              </a:rPr>
              <a:t>Bold ₹299 →</a:t>
            </a:r>
          </a:p>
        </p:txBody>
      </p:sp>
      <p:sp>
        <p:nvSpPr>
          <p:cNvPr id="9" name="Lexend"/>
          <p:cNvSpPr txBox="1"/>
          <p:nvPr/>
        </p:nvSpPr>
        <p:spPr>
          <a:xfrm>
            <a:off x="254000" y="2438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Lexend"/>
                <a:ea typeface="Lexend"/>
                <a:cs typeface="Lexend"/>
              </a:rPr>
              <a:t>Lexend | </a:t>
            </a:r>
            <a:r>
              <a:rPr sz="1300" b="1" i="0">
                <a:solidFill>
                  <a:srgbClr val="141414"/>
                </a:solidFill>
                <a:latin typeface="Lexend"/>
                <a:ea typeface="Lexend"/>
                <a:cs typeface="Lexend"/>
              </a:rPr>
              <a:t>Bold ₹299 →</a:t>
            </a:r>
          </a:p>
        </p:txBody>
      </p:sp>
      <p:sp>
        <p:nvSpPr>
          <p:cNvPr id="10" name="Archivo"/>
          <p:cNvSpPr txBox="1"/>
          <p:nvPr/>
        </p:nvSpPr>
        <p:spPr>
          <a:xfrm>
            <a:off x="254000" y="2768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Archivo"/>
                <a:ea typeface="Archivo"/>
                <a:cs typeface="Archivo"/>
              </a:rPr>
              <a:t>Archivo | </a:t>
            </a:r>
            <a:r>
              <a:rPr sz="1300" b="1" i="0">
                <a:solidFill>
                  <a:srgbClr val="141414"/>
                </a:solidFill>
                <a:latin typeface="Archivo"/>
                <a:ea typeface="Archivo"/>
                <a:cs typeface="Archivo"/>
              </a:rPr>
              <a:t>Bold ₹299 →</a:t>
            </a:r>
          </a:p>
        </p:txBody>
      </p:sp>
      <p:sp>
        <p:nvSpPr>
          <p:cNvPr id="11" name="Inter"/>
          <p:cNvSpPr txBox="1"/>
          <p:nvPr/>
        </p:nvSpPr>
        <p:spPr>
          <a:xfrm>
            <a:off x="254000" y="3098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Inter"/>
                <a:ea typeface="Inter"/>
                <a:cs typeface="Inter"/>
              </a:rPr>
              <a:t>Inter | </a:t>
            </a:r>
            <a:r>
              <a:rPr sz="1300" b="1" i="0">
                <a:solidFill>
                  <a:srgbClr val="141414"/>
                </a:solidFill>
                <a:latin typeface="Inter"/>
                <a:ea typeface="Inter"/>
                <a:cs typeface="Inter"/>
              </a:rPr>
              <a:t>Bold ₹299 →</a:t>
            </a:r>
          </a:p>
        </p:txBody>
      </p:sp>
      <p:sp>
        <p:nvSpPr>
          <p:cNvPr id="12" name="Manrope"/>
          <p:cNvSpPr txBox="1"/>
          <p:nvPr/>
        </p:nvSpPr>
        <p:spPr>
          <a:xfrm>
            <a:off x="254000" y="3429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Manrope"/>
                <a:ea typeface="Manrope"/>
                <a:cs typeface="Manrope"/>
              </a:rPr>
              <a:t>Manrope | </a:t>
            </a:r>
            <a:r>
              <a:rPr sz="1300" b="1" i="0">
                <a:solidFill>
                  <a:srgbClr val="141414"/>
                </a:solidFill>
                <a:latin typeface="Manrope"/>
                <a:ea typeface="Manrope"/>
                <a:cs typeface="Manrope"/>
              </a:rPr>
              <a:t>Bold ₹299 →</a:t>
            </a:r>
          </a:p>
        </p:txBody>
      </p:sp>
      <p:sp>
        <p:nvSpPr>
          <p:cNvPr id="13" name="League Spartan"/>
          <p:cNvSpPr txBox="1"/>
          <p:nvPr/>
        </p:nvSpPr>
        <p:spPr>
          <a:xfrm>
            <a:off x="254000" y="3759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League Spartan"/>
                <a:ea typeface="League Spartan"/>
                <a:cs typeface="League Spartan"/>
              </a:rPr>
              <a:t>League Spartan | </a:t>
            </a:r>
            <a:r>
              <a:rPr sz="1300" b="1" i="0">
                <a:solidFill>
                  <a:srgbClr val="141414"/>
                </a:solidFill>
                <a:latin typeface="League Spartan"/>
                <a:ea typeface="League Spartan"/>
                <a:cs typeface="League Spartan"/>
              </a:rPr>
              <a:t>Bold ₹299 →</a:t>
            </a:r>
          </a:p>
        </p:txBody>
      </p:sp>
      <p:sp>
        <p:nvSpPr>
          <p:cNvPr id="14" name="Sora"/>
          <p:cNvSpPr txBox="1"/>
          <p:nvPr/>
        </p:nvSpPr>
        <p:spPr>
          <a:xfrm>
            <a:off x="254000" y="4089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Sora"/>
                <a:ea typeface="Sora"/>
                <a:cs typeface="Sora"/>
              </a:rPr>
              <a:t>Sora | </a:t>
            </a:r>
            <a:r>
              <a:rPr sz="1300" b="1" i="0">
                <a:solidFill>
                  <a:srgbClr val="141414"/>
                </a:solidFill>
                <a:latin typeface="Sora"/>
                <a:ea typeface="Sora"/>
                <a:cs typeface="Sora"/>
              </a:rPr>
              <a:t>Bold ₹299 →</a:t>
            </a:r>
          </a:p>
        </p:txBody>
      </p:sp>
      <p:sp>
        <p:nvSpPr>
          <p:cNvPr id="15" name="Urbanist"/>
          <p:cNvSpPr txBox="1"/>
          <p:nvPr/>
        </p:nvSpPr>
        <p:spPr>
          <a:xfrm>
            <a:off x="254000" y="4419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Urbanist"/>
                <a:ea typeface="Urbanist"/>
                <a:cs typeface="Urbanist"/>
              </a:rPr>
              <a:t>Urbanist | </a:t>
            </a:r>
            <a:r>
              <a:rPr sz="1300" b="1" i="0">
                <a:solidFill>
                  <a:srgbClr val="141414"/>
                </a:solidFill>
                <a:latin typeface="Urbanist"/>
                <a:ea typeface="Urbanist"/>
                <a:cs typeface="Urbanist"/>
              </a:rPr>
              <a:t>Bold ₹299 →</a:t>
            </a:r>
          </a:p>
        </p:txBody>
      </p:sp>
      <p:sp>
        <p:nvSpPr>
          <p:cNvPr id="16" name="Plus Jakarta Sans"/>
          <p:cNvSpPr txBox="1"/>
          <p:nvPr/>
        </p:nvSpPr>
        <p:spPr>
          <a:xfrm>
            <a:off x="254000" y="4749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</a:rPr>
              <a:t>Plus Jakarta Sans | </a:t>
            </a:r>
            <a:r>
              <a:rPr sz="1300" b="1" i="0">
                <a:solidFill>
                  <a:srgbClr val="141414"/>
                </a:solidFill>
                <a:latin typeface="Plus Jakarta Sans"/>
                <a:ea typeface="Plus Jakarta Sans"/>
                <a:cs typeface="Plus Jakarta Sans"/>
              </a:rPr>
              <a:t>Bold ₹299 →</a:t>
            </a:r>
          </a:p>
        </p:txBody>
      </p:sp>
      <p:sp>
        <p:nvSpPr>
          <p:cNvPr id="17" name="Open Sans"/>
          <p:cNvSpPr txBox="1"/>
          <p:nvPr/>
        </p:nvSpPr>
        <p:spPr>
          <a:xfrm>
            <a:off x="254000" y="5080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Open Sans | </a:t>
            </a:r>
            <a:r>
              <a:rPr sz="1300" b="1" i="0">
                <a:solidFill>
                  <a:srgbClr val="141414"/>
                </a:solidFill>
                <a:latin typeface="Open Sans"/>
                <a:ea typeface="Open Sans"/>
                <a:cs typeface="Open Sans"/>
              </a:rPr>
              <a:t>Bold ₹299 →</a:t>
            </a:r>
          </a:p>
        </p:txBody>
      </p:sp>
      <p:sp>
        <p:nvSpPr>
          <p:cNvPr id="18" name="Roboto"/>
          <p:cNvSpPr txBox="1"/>
          <p:nvPr/>
        </p:nvSpPr>
        <p:spPr>
          <a:xfrm>
            <a:off x="254000" y="5410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Roboto"/>
                <a:ea typeface="Roboto"/>
                <a:cs typeface="Roboto"/>
              </a:rPr>
              <a:t>Roboto | </a:t>
            </a:r>
            <a:r>
              <a:rPr sz="1300" b="1" i="0">
                <a:solidFill>
                  <a:srgbClr val="141414"/>
                </a:solidFill>
                <a:latin typeface="Roboto"/>
                <a:ea typeface="Roboto"/>
                <a:cs typeface="Roboto"/>
              </a:rPr>
              <a:t>Bold ₹299 →</a:t>
            </a:r>
          </a:p>
        </p:txBody>
      </p:sp>
      <p:sp>
        <p:nvSpPr>
          <p:cNvPr id="19" name="Arimo"/>
          <p:cNvSpPr txBox="1"/>
          <p:nvPr/>
        </p:nvSpPr>
        <p:spPr>
          <a:xfrm>
            <a:off x="254000" y="5740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Arimo"/>
                <a:ea typeface="Arimo"/>
                <a:cs typeface="Arimo"/>
              </a:rPr>
              <a:t>Arimo | </a:t>
            </a:r>
            <a:r>
              <a:rPr sz="1300" b="1" i="0">
                <a:solidFill>
                  <a:srgbClr val="141414"/>
                </a:solidFill>
                <a:latin typeface="Arimo"/>
                <a:ea typeface="Arimo"/>
                <a:cs typeface="Arimo"/>
              </a:rPr>
              <a:t>Bold ₹299 →</a:t>
            </a:r>
          </a:p>
        </p:txBody>
      </p:sp>
      <p:sp>
        <p:nvSpPr>
          <p:cNvPr id="20" name="Lato"/>
          <p:cNvSpPr txBox="1"/>
          <p:nvPr/>
        </p:nvSpPr>
        <p:spPr>
          <a:xfrm>
            <a:off x="254000" y="6070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Lato"/>
                <a:ea typeface="Lato"/>
                <a:cs typeface="Lato"/>
              </a:rPr>
              <a:t>Lato | </a:t>
            </a:r>
            <a:r>
              <a:rPr sz="1300" b="1" i="0">
                <a:solidFill>
                  <a:srgbClr val="141414"/>
                </a:solidFill>
                <a:latin typeface="Lato"/>
                <a:ea typeface="Lato"/>
                <a:cs typeface="Lato"/>
              </a:rPr>
              <a:t>Bold ₹299 →</a:t>
            </a:r>
          </a:p>
        </p:txBody>
      </p:sp>
      <p:sp>
        <p:nvSpPr>
          <p:cNvPr id="21" name="Rubik"/>
          <p:cNvSpPr txBox="1"/>
          <p:nvPr/>
        </p:nvSpPr>
        <p:spPr>
          <a:xfrm>
            <a:off x="254000" y="6400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Rubik"/>
                <a:ea typeface="Rubik"/>
                <a:cs typeface="Rubik"/>
              </a:rPr>
              <a:t>Rubik | </a:t>
            </a:r>
            <a:r>
              <a:rPr sz="1300" b="1" i="0">
                <a:solidFill>
                  <a:srgbClr val="141414"/>
                </a:solidFill>
                <a:latin typeface="Rubik"/>
                <a:ea typeface="Rubik"/>
                <a:cs typeface="Rubik"/>
              </a:rPr>
              <a:t>Bold ₹299 →</a:t>
            </a:r>
          </a:p>
        </p:txBody>
      </p:sp>
      <p:sp>
        <p:nvSpPr>
          <p:cNvPr id="22" name="Work Sans"/>
          <p:cNvSpPr txBox="1"/>
          <p:nvPr/>
        </p:nvSpPr>
        <p:spPr>
          <a:xfrm>
            <a:off x="6223000" y="127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Work Sans"/>
                <a:ea typeface="Work Sans"/>
                <a:cs typeface="Work Sans"/>
              </a:rPr>
              <a:t>Work Sans | </a:t>
            </a:r>
            <a:r>
              <a:rPr sz="1300" b="1" i="0">
                <a:solidFill>
                  <a:srgbClr val="141414"/>
                </a:solidFill>
                <a:latin typeface="Work Sans"/>
                <a:ea typeface="Work Sans"/>
                <a:cs typeface="Work Sans"/>
              </a:rPr>
              <a:t>Bold ₹299 →</a:t>
            </a:r>
          </a:p>
        </p:txBody>
      </p:sp>
      <p:sp>
        <p:nvSpPr>
          <p:cNvPr id="23" name="Red Hat Display"/>
          <p:cNvSpPr txBox="1"/>
          <p:nvPr/>
        </p:nvSpPr>
        <p:spPr>
          <a:xfrm>
            <a:off x="6223000" y="457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Red Hat Display"/>
                <a:ea typeface="Red Hat Display"/>
                <a:cs typeface="Red Hat Display"/>
              </a:rPr>
              <a:t>Red Hat Display | </a:t>
            </a:r>
            <a:r>
              <a:rPr sz="1300" b="1" i="0">
                <a:solidFill>
                  <a:srgbClr val="141414"/>
                </a:solidFill>
                <a:latin typeface="Red Hat Display"/>
                <a:ea typeface="Red Hat Display"/>
                <a:cs typeface="Red Hat Display"/>
              </a:rPr>
              <a:t>Bold ₹299 →</a:t>
            </a:r>
          </a:p>
        </p:txBody>
      </p:sp>
      <p:sp>
        <p:nvSpPr>
          <p:cNvPr id="24" name="Figtree"/>
          <p:cNvSpPr txBox="1"/>
          <p:nvPr/>
        </p:nvSpPr>
        <p:spPr>
          <a:xfrm>
            <a:off x="6223000" y="787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Figtree"/>
                <a:ea typeface="Figtree"/>
                <a:cs typeface="Figtree"/>
              </a:rPr>
              <a:t>Figtree | </a:t>
            </a:r>
            <a:r>
              <a:rPr sz="1300" b="1" i="0">
                <a:solidFill>
                  <a:srgbClr val="141414"/>
                </a:solidFill>
                <a:latin typeface="Figtree"/>
                <a:ea typeface="Figtree"/>
                <a:cs typeface="Figtree"/>
              </a:rPr>
              <a:t>Bold ₹299 →</a:t>
            </a:r>
          </a:p>
        </p:txBody>
      </p:sp>
      <p:sp>
        <p:nvSpPr>
          <p:cNvPr id="25" name="Albert Sans"/>
          <p:cNvSpPr txBox="1"/>
          <p:nvPr/>
        </p:nvSpPr>
        <p:spPr>
          <a:xfrm>
            <a:off x="6223000" y="1117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Albert Sans"/>
                <a:ea typeface="Albert Sans"/>
                <a:cs typeface="Albert Sans"/>
              </a:rPr>
              <a:t>Albert Sans | </a:t>
            </a:r>
            <a:r>
              <a:rPr sz="1300" b="1" i="0">
                <a:solidFill>
                  <a:srgbClr val="141414"/>
                </a:solidFill>
                <a:latin typeface="Albert Sans"/>
                <a:ea typeface="Albert Sans"/>
                <a:cs typeface="Albert Sans"/>
              </a:rPr>
              <a:t>Bold ₹299 →</a:t>
            </a:r>
          </a:p>
        </p:txBody>
      </p:sp>
      <p:sp>
        <p:nvSpPr>
          <p:cNvPr id="26" name="Be Vietnam Pro"/>
          <p:cNvSpPr txBox="1"/>
          <p:nvPr/>
        </p:nvSpPr>
        <p:spPr>
          <a:xfrm>
            <a:off x="6223000" y="1447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Be Vietnam Pro"/>
                <a:ea typeface="Be Vietnam Pro"/>
                <a:cs typeface="Be Vietnam Pro"/>
              </a:rPr>
              <a:t>Be Vietnam Pro | </a:t>
            </a:r>
            <a:r>
              <a:rPr sz="1300" b="1" i="0">
                <a:solidFill>
                  <a:srgbClr val="141414"/>
                </a:solidFill>
                <a:latin typeface="Be Vietnam Pro"/>
                <a:ea typeface="Be Vietnam Pro"/>
                <a:cs typeface="Be Vietnam Pro"/>
              </a:rPr>
              <a:t>Bold ₹299 →</a:t>
            </a:r>
          </a:p>
        </p:txBody>
      </p:sp>
      <p:sp>
        <p:nvSpPr>
          <p:cNvPr id="27" name="Hanken Grotesk"/>
          <p:cNvSpPr txBox="1"/>
          <p:nvPr/>
        </p:nvSpPr>
        <p:spPr>
          <a:xfrm>
            <a:off x="6223000" y="1778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Hanken Grotesk"/>
                <a:ea typeface="Hanken Grotesk"/>
                <a:cs typeface="Hanken Grotesk"/>
              </a:rPr>
              <a:t>Hanken Grotesk | </a:t>
            </a:r>
            <a:r>
              <a:rPr sz="1300" b="1" i="0">
                <a:solidFill>
                  <a:srgbClr val="141414"/>
                </a:solidFill>
                <a:latin typeface="Hanken Grotesk"/>
                <a:ea typeface="Hanken Grotesk"/>
                <a:cs typeface="Hanken Grotesk"/>
              </a:rPr>
              <a:t>Bold ₹299 →</a:t>
            </a:r>
          </a:p>
        </p:txBody>
      </p:sp>
      <p:sp>
        <p:nvSpPr>
          <p:cNvPr id="28" name="Schibsted Grotesk"/>
          <p:cNvSpPr txBox="1"/>
          <p:nvPr/>
        </p:nvSpPr>
        <p:spPr>
          <a:xfrm>
            <a:off x="6223000" y="2108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Schibsted Grotesk"/>
                <a:ea typeface="Schibsted Grotesk"/>
                <a:cs typeface="Schibsted Grotesk"/>
              </a:rPr>
              <a:t>Schibsted Grotesk | </a:t>
            </a:r>
            <a:r>
              <a:rPr sz="1300" b="1" i="0">
                <a:solidFill>
                  <a:srgbClr val="141414"/>
                </a:solidFill>
                <a:latin typeface="Schibsted Grotesk"/>
                <a:ea typeface="Schibsted Grotesk"/>
                <a:cs typeface="Schibsted Grotesk"/>
              </a:rPr>
              <a:t>Bold ₹299 →</a:t>
            </a:r>
          </a:p>
        </p:txBody>
      </p:sp>
      <p:sp>
        <p:nvSpPr>
          <p:cNvPr id="29" name="Bricolage Grotesque"/>
          <p:cNvSpPr txBox="1"/>
          <p:nvPr/>
        </p:nvSpPr>
        <p:spPr>
          <a:xfrm>
            <a:off x="6223000" y="2438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Bricolage Grotesque"/>
                <a:ea typeface="Bricolage Grotesque"/>
                <a:cs typeface="Bricolage Grotesque"/>
              </a:rPr>
              <a:t>Bricolage Grotesque | </a:t>
            </a:r>
            <a:r>
              <a:rPr sz="1300" b="1" i="0">
                <a:solidFill>
                  <a:srgbClr val="141414"/>
                </a:solidFill>
                <a:latin typeface="Bricolage Grotesque"/>
                <a:ea typeface="Bricolage Grotesque"/>
                <a:cs typeface="Bricolage Grotesque"/>
              </a:rPr>
              <a:t>Bold ₹299 →</a:t>
            </a:r>
          </a:p>
        </p:txBody>
      </p:sp>
      <p:sp>
        <p:nvSpPr>
          <p:cNvPr id="30" name="IBM Plex Sans"/>
          <p:cNvSpPr txBox="1"/>
          <p:nvPr/>
        </p:nvSpPr>
        <p:spPr>
          <a:xfrm>
            <a:off x="6223000" y="2768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IBM Plex Sans"/>
                <a:ea typeface="IBM Plex Sans"/>
                <a:cs typeface="IBM Plex Sans"/>
              </a:rPr>
              <a:t>IBM Plex Sans | </a:t>
            </a:r>
            <a:r>
              <a:rPr sz="1300" b="1" i="0">
                <a:solidFill>
                  <a:srgbClr val="141414"/>
                </a:solidFill>
                <a:latin typeface="IBM Plex Sans"/>
                <a:ea typeface="IBM Plex Sans"/>
                <a:cs typeface="IBM Plex Sans"/>
              </a:rPr>
              <a:t>Bold ₹299 →</a:t>
            </a:r>
          </a:p>
        </p:txBody>
      </p:sp>
      <p:sp>
        <p:nvSpPr>
          <p:cNvPr id="31" name="IBM Plex Mono"/>
          <p:cNvSpPr txBox="1"/>
          <p:nvPr/>
        </p:nvSpPr>
        <p:spPr>
          <a:xfrm>
            <a:off x="6223000" y="3098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IBM Plex Mono"/>
                <a:ea typeface="IBM Plex Mono"/>
                <a:cs typeface="IBM Plex Mono"/>
              </a:rPr>
              <a:t>IBM Plex Mono | </a:t>
            </a:r>
            <a:r>
              <a:rPr sz="1300" b="1" i="0">
                <a:solidFill>
                  <a:srgbClr val="141414"/>
                </a:solidFill>
                <a:latin typeface="IBM Plex Mono"/>
                <a:ea typeface="IBM Plex Mono"/>
                <a:cs typeface="IBM Plex Mono"/>
              </a:rPr>
              <a:t>Bold ₹299 →</a:t>
            </a:r>
          </a:p>
        </p:txBody>
      </p:sp>
      <p:sp>
        <p:nvSpPr>
          <p:cNvPr id="32" name="JetBrains Mono"/>
          <p:cNvSpPr txBox="1"/>
          <p:nvPr/>
        </p:nvSpPr>
        <p:spPr>
          <a:xfrm>
            <a:off x="6223000" y="3429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JetBrains Mono"/>
                <a:ea typeface="JetBrains Mono"/>
                <a:cs typeface="JetBrains Mono"/>
              </a:rPr>
              <a:t>JetBrains Mono | </a:t>
            </a:r>
            <a:r>
              <a:rPr sz="1300" b="1" i="0">
                <a:solidFill>
                  <a:srgbClr val="141414"/>
                </a:solidFill>
                <a:latin typeface="JetBrains Mono"/>
                <a:ea typeface="JetBrains Mono"/>
                <a:cs typeface="JetBrains Mono"/>
              </a:rPr>
              <a:t>Bold ₹299 →</a:t>
            </a:r>
          </a:p>
        </p:txBody>
      </p:sp>
      <p:sp>
        <p:nvSpPr>
          <p:cNvPr id="33" name="Familjen Grotesk"/>
          <p:cNvSpPr txBox="1"/>
          <p:nvPr/>
        </p:nvSpPr>
        <p:spPr>
          <a:xfrm>
            <a:off x="6223000" y="3759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Familjen Grotesk"/>
                <a:ea typeface="Familjen Grotesk"/>
                <a:cs typeface="Familjen Grotesk"/>
              </a:rPr>
              <a:t>Familjen Grotesk | </a:t>
            </a:r>
            <a:r>
              <a:rPr sz="1300" b="1" i="0">
                <a:solidFill>
                  <a:srgbClr val="141414"/>
                </a:solidFill>
                <a:latin typeface="Familjen Grotesk"/>
                <a:ea typeface="Familjen Grotesk"/>
                <a:cs typeface="Familjen Grotesk"/>
              </a:rPr>
              <a:t>Bold ₹299 →</a:t>
            </a:r>
          </a:p>
        </p:txBody>
      </p:sp>
      <p:sp>
        <p:nvSpPr>
          <p:cNvPr id="34" name="Instrument Sans"/>
          <p:cNvSpPr txBox="1"/>
          <p:nvPr/>
        </p:nvSpPr>
        <p:spPr>
          <a:xfrm>
            <a:off x="6223000" y="4089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Instrument Sans"/>
                <a:ea typeface="Instrument Sans"/>
                <a:cs typeface="Instrument Sans"/>
              </a:rPr>
              <a:t>Instrument Sans | </a:t>
            </a:r>
            <a:r>
              <a:rPr sz="1300" b="1" i="0">
                <a:solidFill>
                  <a:srgbClr val="141414"/>
                </a:solidFill>
                <a:latin typeface="Instrument Sans"/>
                <a:ea typeface="Instrument Sans"/>
                <a:cs typeface="Instrument Sans"/>
              </a:rPr>
              <a:t>Bold ₹299 →</a:t>
            </a:r>
          </a:p>
        </p:txBody>
      </p:sp>
      <p:sp>
        <p:nvSpPr>
          <p:cNvPr id="35" name="Kanit"/>
          <p:cNvSpPr txBox="1"/>
          <p:nvPr/>
        </p:nvSpPr>
        <p:spPr>
          <a:xfrm>
            <a:off x="6223000" y="4419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Kanit"/>
                <a:ea typeface="Kanit"/>
                <a:cs typeface="Kanit"/>
              </a:rPr>
              <a:t>Kanit | </a:t>
            </a:r>
            <a:r>
              <a:rPr sz="1300" b="1" i="0">
                <a:solidFill>
                  <a:srgbClr val="141414"/>
                </a:solidFill>
                <a:latin typeface="Kanit"/>
                <a:ea typeface="Kanit"/>
                <a:cs typeface="Kanit"/>
              </a:rPr>
              <a:t>Bold ₹299 →</a:t>
            </a:r>
          </a:p>
        </p:txBody>
      </p:sp>
      <p:sp>
        <p:nvSpPr>
          <p:cNvPr id="36" name="Unbounded"/>
          <p:cNvSpPr txBox="1"/>
          <p:nvPr/>
        </p:nvSpPr>
        <p:spPr>
          <a:xfrm>
            <a:off x="6223000" y="4749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Unbounded"/>
                <a:ea typeface="Unbounded"/>
                <a:cs typeface="Unbounded"/>
              </a:rPr>
              <a:t>Unbounded | </a:t>
            </a:r>
            <a:r>
              <a:rPr sz="1300" b="1" i="0">
                <a:solidFill>
                  <a:srgbClr val="141414"/>
                </a:solidFill>
                <a:latin typeface="Unbounded"/>
                <a:ea typeface="Unbounded"/>
                <a:cs typeface="Unbounded"/>
              </a:rPr>
              <a:t>Bold ₹299 →</a:t>
            </a:r>
          </a:p>
        </p:txBody>
      </p:sp>
      <p:sp>
        <p:nvSpPr>
          <p:cNvPr id="37" name="Syne"/>
          <p:cNvSpPr txBox="1"/>
          <p:nvPr/>
        </p:nvSpPr>
        <p:spPr>
          <a:xfrm>
            <a:off x="6223000" y="50800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Syne"/>
                <a:ea typeface="Syne"/>
                <a:cs typeface="Syne"/>
              </a:rPr>
              <a:t>Syne | </a:t>
            </a:r>
            <a:r>
              <a:rPr sz="1300" b="1" i="0">
                <a:solidFill>
                  <a:srgbClr val="141414"/>
                </a:solidFill>
                <a:latin typeface="Syne"/>
                <a:ea typeface="Syne"/>
                <a:cs typeface="Syne"/>
              </a:rPr>
              <a:t>Bold ₹299 →</a:t>
            </a:r>
          </a:p>
        </p:txBody>
      </p:sp>
      <p:sp>
        <p:nvSpPr>
          <p:cNvPr id="38" name="Epilogue"/>
          <p:cNvSpPr txBox="1"/>
          <p:nvPr/>
        </p:nvSpPr>
        <p:spPr>
          <a:xfrm>
            <a:off x="6223000" y="54102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Epilogue"/>
                <a:ea typeface="Epilogue"/>
                <a:cs typeface="Epilogue"/>
              </a:rPr>
              <a:t>Epilogue | </a:t>
            </a:r>
            <a:r>
              <a:rPr sz="1300" b="1" i="0">
                <a:solidFill>
                  <a:srgbClr val="141414"/>
                </a:solidFill>
                <a:latin typeface="Epilogue"/>
                <a:ea typeface="Epilogue"/>
                <a:cs typeface="Epilogue"/>
              </a:rPr>
              <a:t>Bold ₹299 →</a:t>
            </a:r>
          </a:p>
        </p:txBody>
      </p:sp>
      <p:sp>
        <p:nvSpPr>
          <p:cNvPr id="39" name="Gabarito"/>
          <p:cNvSpPr txBox="1"/>
          <p:nvPr/>
        </p:nvSpPr>
        <p:spPr>
          <a:xfrm>
            <a:off x="6223000" y="5740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Gabarito"/>
                <a:ea typeface="Gabarito"/>
                <a:cs typeface="Gabarito"/>
              </a:rPr>
              <a:t>Gabarito | </a:t>
            </a:r>
            <a:r>
              <a:rPr sz="1300" b="1" i="0">
                <a:solidFill>
                  <a:srgbClr val="141414"/>
                </a:solidFill>
                <a:latin typeface="Gabarito"/>
                <a:ea typeface="Gabarito"/>
                <a:cs typeface="Gabarito"/>
              </a:rPr>
              <a:t>Bold ₹299 →</a:t>
            </a:r>
          </a:p>
        </p:txBody>
      </p:sp>
      <p:sp>
        <p:nvSpPr>
          <p:cNvPr id="40" name="Onest"/>
          <p:cNvSpPr txBox="1"/>
          <p:nvPr/>
        </p:nvSpPr>
        <p:spPr>
          <a:xfrm>
            <a:off x="6223000" y="60706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Onest"/>
                <a:ea typeface="Onest"/>
                <a:cs typeface="Onest"/>
              </a:rPr>
              <a:t>Onest | </a:t>
            </a:r>
            <a:r>
              <a:rPr sz="1300" b="1" i="0">
                <a:solidFill>
                  <a:srgbClr val="141414"/>
                </a:solidFill>
                <a:latin typeface="Onest"/>
                <a:ea typeface="Onest"/>
                <a:cs typeface="Onest"/>
              </a:rPr>
              <a:t>Bold ₹299 →</a:t>
            </a:r>
          </a:p>
        </p:txBody>
      </p:sp>
      <p:sp>
        <p:nvSpPr>
          <p:cNvPr id="41" name="Golos Text"/>
          <p:cNvSpPr txBox="1"/>
          <p:nvPr/>
        </p:nvSpPr>
        <p:spPr>
          <a:xfrm>
            <a:off x="6223000" y="64008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414"/>
                </a:solidFill>
                <a:latin typeface="Golos Text"/>
                <a:ea typeface="Golos Text"/>
                <a:cs typeface="Golos Text"/>
              </a:rPr>
              <a:t>Golos Text | </a:t>
            </a:r>
            <a:r>
              <a:rPr sz="1300" b="1" i="0">
                <a:solidFill>
                  <a:srgbClr val="141414"/>
                </a:solidFill>
                <a:latin typeface="Golos Text"/>
                <a:ea typeface="Golos Text"/>
                <a:cs typeface="Golos Text"/>
              </a:rPr>
              <a:t>Bold ₹299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